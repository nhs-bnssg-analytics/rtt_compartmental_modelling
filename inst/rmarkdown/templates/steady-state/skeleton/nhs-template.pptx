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4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1F6E-05DE-3FDD-C22B-1F9CA2D560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999" y="1897279"/>
            <a:ext cx="7086601" cy="1612684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2060"/>
                </a:solidFill>
              </a:defRPr>
            </a:lvl1pPr>
          </a:lstStyle>
          <a:p>
            <a:r>
              <a:rPr lang="en-GB" dirty="0"/>
              <a:t>This is the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0DCF0-3882-83C0-0656-8107AE57C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8578788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277F2-431F-90DA-BE82-C16EBD10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F3D18-150F-EC7F-49EE-835D2B73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FCFF2-F9A7-73AE-C6A1-4693C564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18C61DB9-0B0F-93D3-E873-6436E33EF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35D0-AA56-305B-5BA1-6F82D481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BCB07-E969-88AE-D657-AA5538CE4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AF9F2-8F37-5CB3-F7AB-3246A2B3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0440A-979D-2131-E4B2-ED745834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889F-42C2-B12B-E8F9-C19F63AFA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2E95C9E5-7FF3-36E6-5FFF-EA720BC33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7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F029-0F23-8497-D9DC-5C26FABB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BE3DD-58C5-9BCC-2044-88F3687D0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DEE04-C7B7-29C8-3DDD-AE579394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D2D29-C5E2-48A4-6A07-13FDB04A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433BB-B931-63D8-3E04-F7BABF8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AE2C9DA-9377-BB3E-FB12-9AC4137D0E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5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D722-D5D2-EF76-ED17-8F671FDD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A5CA8-0BAD-1E06-F479-ADAE942F9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F07A4-E316-E02A-9DB4-5DC5680AF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E27F0-57C4-74ED-3C5C-30CE148F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734A2-9924-E1B0-1A88-9EE22555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E9FFA-7B82-01DE-9DAE-84E183CD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D7C9A913-C32C-36A7-5E54-29BA0DCB0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4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72B7-3B75-5F9D-262D-42352428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37233-8996-9905-3388-69883098F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B055-6CBD-D9F7-778F-9C8E3B419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AF9B7-F2DA-4B5D-B13E-F7635007F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F8EF2-05CD-A241-321A-427570B2D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44E06-3197-3BC9-3289-4D2AD126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1FD43-9382-A971-02B5-95A546B8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88C9F-080D-10AE-33FE-A24254A5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76C50097-5BDC-8F14-AEB7-118E23E63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3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7EFE2-0ACC-2AAF-71D9-952B8267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CFC4C-742D-FD1E-E391-1A7352DB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79941-440A-1EAD-C348-DB3396EA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8BBD67AA-64D2-491F-B520-23E1518412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9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51EA-CEDA-9C1B-9C1D-9D4C4534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9971884" cy="109696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EBC4F-15D0-0F44-A2CA-CE4019B56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49462"/>
            <a:ext cx="6172200" cy="3811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F8CF8-3196-529F-46A3-E81974270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729100"/>
            <a:ext cx="3932237" cy="11398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BDEC9-0D0C-E923-10AD-42549AAB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B026C-09E5-C40C-7D9B-BBE76B5B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78BB-6FB8-86F2-76F8-0B79E686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4C7A2B45-6366-1073-3B54-25675424AE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12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185D-43A0-D287-218E-E92F6D55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8D9E4-1087-22B5-88DC-5E40B314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250F1-40E2-54A0-B041-E6B50102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1553-D538-30CC-8599-23A8C000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612CDE35-3755-833A-408A-2B96DD81AB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26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6E56-2335-ECED-1463-8D20C4FD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B80CB-2052-838B-68DB-2FD5F7465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0F4C3-47F9-2FC6-9512-801476900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849B7-E0DB-F732-8C36-124F7E28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0A3F2-7929-3597-AFEF-F6C1AC1F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DE1CC-05DE-F8BD-482A-86AB4E5D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id="{FB1796CE-95D9-5AD5-A21F-204301E14A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9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4925-8B2F-291A-F3AB-11FAE9E4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B8CA3-AB0A-76AC-EFE2-402905E11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2A7F5-6A4F-A4DD-2401-8DC28FE9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127BA-A6F0-61E9-008C-2D51FC3F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C856A-6E49-1FEF-204E-D251E2FD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5B020DC0-6B8E-32C8-B6ED-35ABE2FC4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195E4-6FDA-7F8C-4CEB-7BCF46503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D8210-1C54-3096-E48C-FCEFF6CAC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FECE7-1D9D-367D-3294-46682071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38D28-DE01-3A46-645B-DBB8410D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E8F74-71BB-3976-68F4-DC5B7DF8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00C2D31D-3747-1333-1C64-3172C27C79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7267" y="316041"/>
            <a:ext cx="899109" cy="3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4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B04E24-09C2-9274-F46B-F81AB110C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F35F8-73A6-1641-CDEF-C0A853B4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FC7A6-1560-2E04-F90A-9C0D7FD5FA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4ABEB-50D9-4F60-8742-6DC29CB0CC1F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AD716-148B-187F-DF99-ACF599E71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1A64-A4A7-0044-C3EE-3D78F9338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24DDB-5843-45EC-BD20-0D83A1F709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58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4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B678-00D7-9557-CFAF-0C226FBCB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E47FD-B1D9-FDC1-9C3F-2BE3959553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91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FOX, Sebastian (NHS BRISTOL, NORTH SOMERSET AND SOUTH GLOUCESTERSHIRE ICB - 15C)</dc:creator>
  <cp:lastModifiedBy>FOX, Sebastian (NHS BRISTOL, NORTH SOMERSET AND SOUTH GLOUCESTERSHIRE ICB - 15C)</cp:lastModifiedBy>
  <cp:revision>16</cp:revision>
  <dcterms:created xsi:type="dcterms:W3CDTF">2025-09-23T10:52:30Z</dcterms:created>
  <dcterms:modified xsi:type="dcterms:W3CDTF">2025-10-06T15:35:24Z</dcterms:modified>
</cp:coreProperties>
</file>